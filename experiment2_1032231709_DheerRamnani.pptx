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CFE0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indeed.com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16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indeed.com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794760" y="54864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EAF0FE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68580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0" y="109728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jobs that actually match my skills, not random results.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I keep seeing the same listing twice?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wish applying didn't take this long.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know if my application even reached anyone.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the salary before I waste time applying.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5260" y="54864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F1F6EF"/>
          </a:solidFill>
          <a:ln/>
        </p:spPr>
      </p:sp>
      <p:sp>
        <p:nvSpPr>
          <p:cNvPr id="10" name="Text 8"/>
          <p:cNvSpPr/>
          <p:nvPr/>
        </p:nvSpPr>
        <p:spPr>
          <a:xfrm>
            <a:off x="8023860" y="68580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23860" y="109728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this listing isn't a scam or already filled.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feels cluttered with sponsored posts.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'Easily Apply' actually worth it, or just noise?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someone actually opens my resume.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want to keep applying into a black hole.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94760" y="347472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F1F6EF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61188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0" y="402336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resume and turns on daily job alerts.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location, salary range, and job type.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one-click apply on shortlisted roles.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company reviews before applying.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status tab for updates.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95260" y="347472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EA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8023860" y="361188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23860" y="402336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the sheer number of listings.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 when a posting fits well.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Annoyed by expired or duplicate postings.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during long silences after applying.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 the moment an interview gets scheduled.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91172" y="277063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38862" y="3099816"/>
            <a:ext cx="421356" cy="421356"/>
          </a:xfrm>
          <a:prstGeom prst="ellipse">
            <a:avLst/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41352" y="3442167"/>
            <a:ext cx="816376" cy="724205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CBE1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linkedin.com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66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linkedin.com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794760" y="54864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EAF0FE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68580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0" y="109728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recruiters to find me, not the other way round.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my profile to actually stand out.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apply without leaving the platform.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 posted on who's hiring in my field.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my network to work for 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5260" y="54864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F1F6EF"/>
          </a:solidFill>
          <a:ln/>
        </p:spPr>
      </p:sp>
      <p:sp>
        <p:nvSpPr>
          <p:cNvPr id="10" name="Text 8"/>
          <p:cNvSpPr/>
          <p:nvPr/>
        </p:nvSpPr>
        <p:spPr>
          <a:xfrm>
            <a:off x="8023860" y="68580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23860" y="109728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'Open to Work' doesn't reach my current manager.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be posting more to stay visible?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wonder who's actually viewing my profile.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want to look desperate while quietly searching.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recruiter message even genuine?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94760" y="347472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F1F6EF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61188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0" y="402336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headline, skills, and experience updated.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with recruiters and past colleagues.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with Easy Apply and requests referrals.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with posts to stay visible in feeds.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profile views and InMail regularly.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95260" y="3474720"/>
            <a:ext cx="3909060" cy="2834640"/>
          </a:xfrm>
          <a:prstGeom prst="roundRect">
            <a:avLst>
              <a:gd name="adj" fmla="val 2581"/>
            </a:avLst>
          </a:prstGeom>
          <a:solidFill>
            <a:srgbClr val="EA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8023860" y="3611880"/>
            <a:ext cx="3451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23860" y="4023360"/>
            <a:ext cx="34518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when recruiters view her profile.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Uneasy about privacy while job hunting quietly.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good engagement on her posts.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mismatched job recommendations.</a:t>
            </a:r>
            <a:endParaRPr lang="en-US" sz="125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the moment a recruiter reaches out.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91172" y="277063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38862" y="3099816"/>
            <a:ext cx="421356" cy="421356"/>
          </a:xfrm>
          <a:prstGeom prst="ellipse">
            <a:avLst/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41352" y="3442167"/>
            <a:ext cx="816376" cy="724205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indeed.com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371600"/>
            <a:ext cx="0" cy="484632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1764792"/>
            <a:ext cx="1133856" cy="11338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4543" y="2048256"/>
            <a:ext cx="362834" cy="362834"/>
          </a:xfrm>
          <a:prstGeom prst="ellipse">
            <a:avLst/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4465" y="2343059"/>
            <a:ext cx="702991" cy="623621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213055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Arjun Sharma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23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B.Com Graduate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Hometown: Pune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Family: Single, lives with parents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Job seeker — Entry-level (Sales / Admin)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1645920"/>
            <a:ext cx="7662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want to land a job quickly, without filling the same form five times over."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94760" y="2743200"/>
            <a:ext cx="3739896" cy="3200400"/>
          </a:xfrm>
          <a:prstGeom prst="rect">
            <a:avLst/>
          </a:prstGeom>
          <a:solidFill>
            <a:srgbClr val="EAF0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17536" y="2743200"/>
            <a:ext cx="3739896" cy="3200400"/>
          </a:xfrm>
          <a:prstGeom prst="rect">
            <a:avLst/>
          </a:prstGeom>
          <a:solidFill>
            <a:srgbClr val="EFF6EC"/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2880360"/>
            <a:ext cx="3374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3246120"/>
            <a:ext cx="33741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entry-level roles that match his qualifications.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quickly using a simple, one-tap process.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clear updates on where each application stands.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fake or outdated postings.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0416" y="2880360"/>
            <a:ext cx="3374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0416" y="3246120"/>
            <a:ext cx="33741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irrelevant job recommendations.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whether an application was even seen.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feels cluttered with sponsored listings.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and expired postings waste his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371600"/>
            <a:ext cx="0" cy="484632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1764792"/>
            <a:ext cx="1133856" cy="11338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4543" y="2048256"/>
            <a:ext cx="362834" cy="362834"/>
          </a:xfrm>
          <a:prstGeom prst="ellipse">
            <a:avLst/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4465" y="2343059"/>
            <a:ext cx="702991" cy="623621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C9DAF8"/>
          </a:solidFill>
          <a:ln w="15875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213055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Meera Kapoor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30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MBA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Hometown: Bengaluru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Family: Married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Occupation: Marketing Manager (passive job seeker)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1645920"/>
            <a:ext cx="7662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want the right recruiters to notice me, without my current employer finding out."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94760" y="2743200"/>
            <a:ext cx="3739896" cy="3200400"/>
          </a:xfrm>
          <a:prstGeom prst="rect">
            <a:avLst/>
          </a:prstGeom>
          <a:solidFill>
            <a:srgbClr val="EAF0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17536" y="2743200"/>
            <a:ext cx="3739896" cy="3200400"/>
          </a:xfrm>
          <a:prstGeom prst="rect">
            <a:avLst/>
          </a:prstGeom>
          <a:solidFill>
            <a:srgbClr val="EFF6EC"/>
          </a:solidFill>
          <a:ln/>
        </p:spPr>
      </p:sp>
      <p:sp>
        <p:nvSpPr>
          <p:cNvPr id="14" name="Text 12"/>
          <p:cNvSpPr/>
          <p:nvPr/>
        </p:nvSpPr>
        <p:spPr>
          <a:xfrm>
            <a:off x="3977640" y="2880360"/>
            <a:ext cx="3374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3246120"/>
            <a:ext cx="33741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profile strong enough to get discovered.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noticed by recruiters in her target industry.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apply quietly while still employed.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 network that surfaces real opportunities.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0416" y="2880360"/>
            <a:ext cx="3374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0416" y="3246120"/>
            <a:ext cx="33741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'Open to Work' will reach her employer.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recommendations often feel off-target.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tell if a recruiter is genuinely interested.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content buries the job-search tools she needs.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Map — Persona: Arjun Sharma (Job Seeker)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and get hired for a suitable entry-level job, as quickly and simply as possible.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4552" cy="5394960"/>
        </p:xfrm>
        <a:graphic>
          <a:graphicData uri="http://schemas.openxmlformats.org/drawingml/2006/table">
            <a:tbl>
              <a:tblPr/>
              <a:tblGrid>
                <a:gridCol w="1554480"/>
                <a:gridCol w="1944014"/>
                <a:gridCol w="1944014"/>
                <a:gridCol w="1944014"/>
                <a:gridCol w="1944014"/>
                <a:gridCol w="1944014"/>
              </a:tblGrid>
              <a:tr h="1348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1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Create Profile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2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Search Jobs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3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Apply to Jobs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4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Track 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Interview &amp; Offer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TASK LIST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Download the app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Sign up with email/phone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Upload resume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Browse by category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Filter by location &amp; salary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Skim job cards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 one-click apply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Answer screening questions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Apply to multiple roles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Check application tab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See if listing was viewed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Wait for a reply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Receive interview invite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Attend interview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Receive offer or rejection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FEELING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ADJECTIVE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Curious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Hopeful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Confident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Anxious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Motivated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IMPROVEMENT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OPPORTUNITIES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Simplify onboarding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Cut redundant profile fields during setup.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Improve match accuracy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Surface fewer, better-matched listings first.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Add confirmation feedback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Confirm clearly that each application was received.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Faster employer response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Nudge employers and flag non-responsive listings.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Clearer status tracking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Show one clear status per application, end to end.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Map — Persona: Meera Kapoor (Working Professional)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Get discovered by the right recruiters and move into a new role efficiently, without alerting her current employer.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4552" cy="5394960"/>
        </p:xfrm>
        <a:graphic>
          <a:graphicData uri="http://schemas.openxmlformats.org/drawingml/2006/table">
            <a:tbl>
              <a:tblPr/>
              <a:tblGrid>
                <a:gridCol w="1554480"/>
                <a:gridCol w="1944014"/>
                <a:gridCol w="1944014"/>
                <a:gridCol w="1944014"/>
                <a:gridCol w="1944014"/>
                <a:gridCol w="1944014"/>
              </a:tblGrid>
              <a:tr h="1348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1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Optimize Profile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2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Search &amp; Network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3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Apply to Jobs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4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Monitor Interest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Action 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Interviews &amp; Offers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8DE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TASK LIST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Update headline &amp; skills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Refresh experience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Enable Open to Work (recruiters only)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Search jobs by title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Connect with recruiters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Save roles for later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 Easy Apply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Request referrals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Message recruiters directly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Check profile views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Respond to InMail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Track recruiter activity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Schedule interviews via message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Attend interviews</a:t>
                      </a:r>
                      <a:endParaRPr lang="en-US" sz="1050" dirty="0"/>
                    </a:p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Negotiate and accept offer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FEELING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ADJECTIVE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Focused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Hopeful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Confident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Excited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A5A"/>
                          </a:solidFill>
                        </a:rPr>
                        <a:t>User emotion: Satisfied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IMPROVEMENT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OPPORTUNITIES</a:t>
                      </a:r>
                      <a:endParaRPr lang="en-US" sz="10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Clarify privacy controls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Make the recruiter-only visibility setting harder to miss.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Sharper filters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Reduce irrelevant results in search filters.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Streamline applications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Cut repetitive screening questions across similar roles.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More visibility insight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Show why a recruiter viewed or skipped her profile.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4A5A"/>
                          </a:solidFill>
                        </a:rPr>
                        <a:t>Area to improve: Consolidate scheduling
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5A"/>
                          </a:solidFill>
                        </a:rPr>
                        <a:t>Bring interview scheduling and offer status into one place.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2026-08-16T21:22:44Z</dcterms:created>
  <dcterms:modified xsi:type="dcterms:W3CDTF">2026-08-16T21:22:44Z</dcterms:modified>
</cp:coreProperties>
</file>